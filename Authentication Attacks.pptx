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4A80F-B264-88B5-5F7A-1375EC19C1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6F7DC1-174C-CF52-A1B0-DC1F415FDE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44A36-02E6-F74D-3A7E-E5DCDB5F1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F3B39-D76E-4DEA-BBEF-C4862E119D93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D6742-38C9-5E91-1682-6842AAC93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2BFA8-5173-7303-D8FA-3617A32FC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65B3D-11C8-4E6C-87E2-0CC08C5477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117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EAA37-08EC-F28B-B9DD-96A798F40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595B8-BC53-741E-EDF7-C66F6FDCE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00AD9-C0F0-EAFB-07C2-59B7E10DB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F3B39-D76E-4DEA-BBEF-C4862E119D93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8E795-6A9B-4B39-5405-C828A5803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0BAD2-071E-0078-7203-1BD890739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65B3D-11C8-4E6C-87E2-0CC08C5477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254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E2AD7-2B29-56D2-48BD-7B8ED17DF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67860-20FC-482C-2077-4193946B1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D73DB-437B-1556-A846-9EA27FA42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F3B39-D76E-4DEA-BBEF-C4862E119D93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BEA7A-B6FD-0746-C0BF-80699FE94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66B35-97EA-23D2-89AB-9CAE65086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65B3D-11C8-4E6C-87E2-0CC08C5477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7043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BDA60-EC77-B5BE-2673-4D9BDA42B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9FA63-8724-E2CB-05CC-11B70EAE01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163A4-CEDC-F769-9386-1088472B20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BBC20-E669-905F-DDC6-DC8CF8BD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F3B39-D76E-4DEA-BBEF-C4862E119D93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FD30DA-5104-96DD-8968-64DF3509A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7E8E6D-2C3B-9574-6963-1D1C7C4FC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65B3D-11C8-4E6C-87E2-0CC08C5477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35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E09D7-7A40-DEEE-00F1-D3D31D24B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21121-ABED-AA64-EF0C-CBF9E5C05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246AB9-2E39-E3D7-328E-622E285A71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153026-D4C7-A6C5-3B54-0AC8E903B7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FA8D3B-4C5D-7AC6-B94B-FEA53EAE00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3EB52E-1F2A-F02A-1D90-E98349A2B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F3B39-D76E-4DEA-BBEF-C4862E119D93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39E214-C62E-F31A-EABE-DB64142ED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FC1CBF-0B4B-D8F7-C634-5BED86C5D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65B3D-11C8-4E6C-87E2-0CC08C5477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923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96AAB-9E02-031C-9AFB-2DFE19A38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C3782F-48CC-4E28-2380-41D4056B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F3B39-D76E-4DEA-BBEF-C4862E119D93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A5785D-75A2-6A92-14BA-EF6FCC3F7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8D3655-ABAB-C404-170E-9338526E4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65B3D-11C8-4E6C-87E2-0CC08C5477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3265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C447FF-1359-57A8-73D5-659753F43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F3B39-D76E-4DEA-BBEF-C4862E119D93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63340D-C06B-C079-8FF7-D1824CA57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B355BA-1AFC-FE45-ECCB-8DA21C457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65B3D-11C8-4E6C-87E2-0CC08C5477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638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76330-71CD-6090-AD7B-F006C0A2A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FB03C-6140-CA8F-D460-D707AF76B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808E1-D6CE-64D8-B2AF-E5FFE3AA1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536809-F834-8526-734D-ABAD95151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F3B39-D76E-4DEA-BBEF-C4862E119D93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725EAA-2108-369B-8A11-E8BF374A2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15CBBC-F620-F22A-359C-CB4C94D0D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65B3D-11C8-4E6C-87E2-0CC08C5477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290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380C1-6465-06A2-9128-90C3974FD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287226-ECD3-2B43-38A2-33A6C2D50A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7EB79-8EAD-37A1-41D5-8F5571F4C0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1D4BC-35DA-9412-86EC-56AB7A9BF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F3B39-D76E-4DEA-BBEF-C4862E119D93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719503-241E-7B42-89E1-12278796D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A29AF-AC4B-FCE0-0578-7143E66B5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65B3D-11C8-4E6C-87E2-0CC08C5477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65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44D95-8B0C-D6C2-5978-724C89472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6E6AFB-AA7D-760D-0112-39472CF37F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48912-9990-2759-6849-9CC8A009D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F3B39-D76E-4DEA-BBEF-C4862E119D93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F2F71-E792-DE9A-1CC2-2F95445D9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D1548-62B0-C387-02D5-D95F6460D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65B3D-11C8-4E6C-87E2-0CC08C5477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424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61B5F1-D155-1AD9-9677-F7625FB28B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6C2686-A561-818B-30C3-99B3C0966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E44E8-4803-7515-4CBC-000282C9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F3B39-D76E-4DEA-BBEF-C4862E119D93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11674-42C1-52B6-1BF5-3E9AA9D79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6FD57-94A5-7777-F97B-11355B254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65B3D-11C8-4E6C-87E2-0CC08C5477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288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879E46-7D3A-3826-E636-143BC8C23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5C88A1-3F9B-2621-0B35-988192F13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1185D-34B1-02A6-A28A-8246150098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2F3B39-D76E-4DEA-BBEF-C4862E119D93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D1F55-DD7C-6C35-AD4F-6E9D10C64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7B6D4-282A-3DCA-90CC-4A9836DEB7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65B3D-11C8-4E6C-87E2-0CC08C5477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544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F87EA-2A35-F92A-BFDB-3577C1666D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Authentication Attacks</a:t>
            </a:r>
            <a:endParaRPr lang="en-IN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AA94A7-3417-7889-1FBB-7A7986032A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IAM Attacks</a:t>
            </a:r>
            <a:endParaRPr lang="en-IN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759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6F1F1-6EB9-40AE-7219-9C15266B4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81" y="89822"/>
            <a:ext cx="11973232" cy="591215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Basics</a:t>
            </a:r>
            <a:endParaRPr lang="en-IN" sz="3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99EE4-DAEB-934C-51A8-1DEE650D9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81" y="822734"/>
            <a:ext cx="11973232" cy="59454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Encoding vs Hashing vs Encrypting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Encoding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transforms data into a publicly known scheme for usability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Hashing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is a one-way cryptographic function nearly impossible to reverse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Encrypting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mapping of input data and output data reversible with a key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CPU vs GPU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CPU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: Optimized for sequential processing with fewer cores (2–72), it excels in general-purpose computing tasks and single-threaded operations.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GPU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: Designed for parallel processing with thousands of cores and threads, it handles graphics rendering and computation-heavy workloads efficiently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Password cracking time (Keyspace ÷ Hashrate) essentially calculates the time required to exhaustively test all possible combinations in the keyspace at a given hashing speed. Hashrate means speed of hashing. Keyspace means all possible combinations of username and password.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SALT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: Random data added to a one-way function to enhance security.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ITERATIONS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: The number of cycles an algorithm is applied to a hash for added computational complexity.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IN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267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851DD-DBBE-6890-FA62-CE739EBC3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FB47-B1D6-3BCB-A020-4718CB289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81" y="89822"/>
            <a:ext cx="11973232" cy="591215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Basics</a:t>
            </a:r>
            <a:endParaRPr lang="en-IN" sz="3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9610B-9B5A-5AC5-6F70-491D82E53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81" y="822734"/>
            <a:ext cx="11973232" cy="5945444"/>
          </a:xfrm>
        </p:spPr>
        <p:txBody>
          <a:bodyPr>
            <a:normAutofit/>
          </a:bodyPr>
          <a:lstStyle/>
          <a:p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521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EE6AD-A317-1162-0B43-64961250E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39213-1B79-FAAD-AD69-C3CE70DD8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81" y="89822"/>
            <a:ext cx="11973232" cy="591215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Basics</a:t>
            </a:r>
            <a:endParaRPr lang="en-IN" sz="3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D526C-CDF3-1298-1795-BAFC562C0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81" y="822734"/>
            <a:ext cx="11973232" cy="5945444"/>
          </a:xfrm>
        </p:spPr>
        <p:txBody>
          <a:bodyPr>
            <a:normAutofit/>
          </a:bodyPr>
          <a:lstStyle/>
          <a:p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593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3A1F6-B543-5805-8F92-5DC7CAC2B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21C26-6BBF-66A3-8EAA-DD35BF620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81" y="89822"/>
            <a:ext cx="11973232" cy="591215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Basics</a:t>
            </a:r>
            <a:endParaRPr lang="en-IN" sz="3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D9042-609A-EB62-EC0D-A7487C987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81" y="822734"/>
            <a:ext cx="11973232" cy="5945444"/>
          </a:xfrm>
        </p:spPr>
        <p:txBody>
          <a:bodyPr>
            <a:normAutofit/>
          </a:bodyPr>
          <a:lstStyle/>
          <a:p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732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CAB1E-4A37-ED38-49C2-5469E9406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07A39-77EE-0769-E550-86869B788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81" y="89822"/>
            <a:ext cx="11973232" cy="591215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Basics</a:t>
            </a:r>
            <a:endParaRPr lang="en-IN" sz="3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23482-90EF-48E9-6EAB-54D865601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81" y="822734"/>
            <a:ext cx="11973232" cy="5945444"/>
          </a:xfrm>
        </p:spPr>
        <p:txBody>
          <a:bodyPr>
            <a:normAutofit/>
          </a:bodyPr>
          <a:lstStyle/>
          <a:p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1934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C1CEB-9898-4163-921B-FA99A44F4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F1EC0-ABE3-3374-2D34-8369F3D25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81" y="89822"/>
            <a:ext cx="11973232" cy="591215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Basics</a:t>
            </a:r>
            <a:endParaRPr lang="en-IN" sz="3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86986-8CA4-AB51-EE19-E8A9F8383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81" y="822734"/>
            <a:ext cx="11973232" cy="5945444"/>
          </a:xfrm>
        </p:spPr>
        <p:txBody>
          <a:bodyPr>
            <a:normAutofit/>
          </a:bodyPr>
          <a:lstStyle/>
          <a:p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9405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C4B2C-25CE-4503-7FF3-1B7F809EE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50640-4488-A646-6A0E-CF757A40B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81" y="89822"/>
            <a:ext cx="11973232" cy="591215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Basics</a:t>
            </a:r>
            <a:endParaRPr lang="en-IN" sz="3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3453A-AE50-803D-3861-5D2F2D2CE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81" y="822734"/>
            <a:ext cx="11973232" cy="5945444"/>
          </a:xfrm>
        </p:spPr>
        <p:txBody>
          <a:bodyPr>
            <a:normAutofit/>
          </a:bodyPr>
          <a:lstStyle/>
          <a:p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838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1F1BF-3501-1489-246E-4641A6CFF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59EB7-76AF-7139-344C-0F756ED0C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81" y="89822"/>
            <a:ext cx="11973232" cy="591215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Basics</a:t>
            </a:r>
            <a:endParaRPr lang="en-IN" sz="3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36064-A853-D663-C674-454E9D0F2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81" y="822734"/>
            <a:ext cx="11973232" cy="5945444"/>
          </a:xfrm>
        </p:spPr>
        <p:txBody>
          <a:bodyPr>
            <a:normAutofit/>
          </a:bodyPr>
          <a:lstStyle/>
          <a:p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666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D4703-38C9-A08D-5115-C82B3AAE2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EAD5C-4C52-AE2A-B3FC-71A45BFA0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81" y="89822"/>
            <a:ext cx="11973232" cy="591215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Basics</a:t>
            </a:r>
            <a:endParaRPr lang="en-IN" sz="3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51C7C-AD6C-D48B-8437-7AF5C9E5B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81" y="822734"/>
            <a:ext cx="11973232" cy="5945444"/>
          </a:xfrm>
        </p:spPr>
        <p:txBody>
          <a:bodyPr>
            <a:normAutofit/>
          </a:bodyPr>
          <a:lstStyle/>
          <a:p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013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01F3E-9540-84C1-6A2F-B324983A7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64A2E-7070-23CF-6FA5-62523ED73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81" y="89822"/>
            <a:ext cx="11973232" cy="591215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Basics</a:t>
            </a:r>
            <a:endParaRPr lang="en-IN" sz="3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64B44-8DBA-BB5D-7248-50B2D3C8D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81" y="822734"/>
            <a:ext cx="11973232" cy="5945444"/>
          </a:xfrm>
        </p:spPr>
        <p:txBody>
          <a:bodyPr>
            <a:normAutofit/>
          </a:bodyPr>
          <a:lstStyle/>
          <a:p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0771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172</Words>
  <Application>Microsoft Office PowerPoint</Application>
  <PresentationFormat>Widescreen</PresentationFormat>
  <Paragraphs>26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Segoe UI</vt:lpstr>
      <vt:lpstr>Office Theme</vt:lpstr>
      <vt:lpstr>Authentication Attacks</vt:lpstr>
      <vt:lpstr>Basics</vt:lpstr>
      <vt:lpstr>Basics</vt:lpstr>
      <vt:lpstr>Basics</vt:lpstr>
      <vt:lpstr>Basics</vt:lpstr>
      <vt:lpstr>Basics</vt:lpstr>
      <vt:lpstr>Basics</vt:lpstr>
      <vt:lpstr>Basics</vt:lpstr>
      <vt:lpstr>Basics</vt:lpstr>
      <vt:lpstr>Basics</vt:lpstr>
      <vt:lpstr>Basics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>polaris</cp:lastModifiedBy>
  <cp:revision>8</cp:revision>
  <dcterms:created xsi:type="dcterms:W3CDTF">2025-03-31T13:17:10Z</dcterms:created>
  <dcterms:modified xsi:type="dcterms:W3CDTF">2025-03-31T15:28:31Z</dcterms:modified>
</cp:coreProperties>
</file>